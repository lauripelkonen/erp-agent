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59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71763" y="528638"/>
            <a:ext cx="3800475" cy="4086225"/>
          </a:xfrm>
          <a:prstGeom prst="roundRect">
            <a:avLst>
              <a:gd name="adj" fmla="val 1538"/>
            </a:avLst>
          </a:prstGeom>
          <a:solidFill>
            <a:srgbClr val="FFFFFF">
              <a:alpha val="60000"/>
            </a:srgbClr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3" name="Image 0" descr="/Users/lauripelkonen/Documents/Cursor/ERP-AGENT/website-project/pptx-output/elli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513" y="814388"/>
            <a:ext cx="1714500" cy="1238250"/>
          </a:xfrm>
          <a:prstGeom prst="rect">
            <a:avLst/>
          </a:prstGeom>
        </p:spPr>
      </p:pic>
      <p:pic>
        <p:nvPicPr>
          <p:cNvPr id="4" name="Image 1" descr="/Users/lauripelkonen/Documents/Cursor/ERP-AGENT/website-project/pptx-output/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63" y="671513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43263" y="700088"/>
            <a:ext cx="1619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Offer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2857500" y="1057275"/>
            <a:ext cx="3429000" cy="657225"/>
          </a:xfrm>
          <a:prstGeom prst="roundRect">
            <a:avLst>
              <a:gd name="adj" fmla="val 27221"/>
            </a:avLst>
          </a:prstGeom>
          <a:solidFill>
            <a:srgbClr val="2600FF">
              <a:alpha val="80000"/>
            </a:srgbClr>
          </a:solidFill>
          <a:ln/>
          <a:effectLst>
            <a:outerShdw blurRad="76200" dist="25400" dir="378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7" name="Image 2" descr="/Users/lauripelkonen/Documents/Cursor/ERP-AGENT/website-project/pptx-output/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513" y="1243013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14700" y="1171575"/>
            <a:ext cx="2857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attached excel file and create an offer for Samsung Ltd including the products in it</a:t>
            </a:r>
            <a:endParaRPr lang="en-US" sz="800" dirty="0"/>
          </a:p>
        </p:txBody>
      </p:sp>
      <p:sp>
        <p:nvSpPr>
          <p:cNvPr id="9" name="Shape 4"/>
          <p:cNvSpPr/>
          <p:nvPr/>
        </p:nvSpPr>
        <p:spPr>
          <a:xfrm>
            <a:off x="2857500" y="1800225"/>
            <a:ext cx="3429000" cy="2657475"/>
          </a:xfrm>
          <a:prstGeom prst="roundRect">
            <a:avLst>
              <a:gd name="adj" fmla="val 1665"/>
            </a:avLst>
          </a:prstGeom>
          <a:solidFill>
            <a:srgbClr val="FFFFFF">
              <a:alpha val="10000"/>
            </a:srgbClr>
          </a:solidFill>
          <a:ln/>
          <a:effectLst>
            <a:outerShdw blurRad="127000" dist="25400" dir="378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0" name="Shape 5"/>
          <p:cNvSpPr/>
          <p:nvPr/>
        </p:nvSpPr>
        <p:spPr>
          <a:xfrm>
            <a:off x="2981325" y="1932242"/>
            <a:ext cx="3171825" cy="328613"/>
          </a:xfrm>
          <a:prstGeom prst="roundRect">
            <a:avLst>
              <a:gd name="adj" fmla="val 60491"/>
            </a:avLst>
          </a:prstGeom>
          <a:solidFill>
            <a:srgbClr val="FFFFFF">
              <a:alpha val="5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1" name="Text 6"/>
          <p:cNvSpPr/>
          <p:nvPr/>
        </p:nvSpPr>
        <p:spPr>
          <a:xfrm>
            <a:off x="3067050" y="1989392"/>
            <a:ext cx="25241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extract_products_from_file</a:t>
            </a:r>
            <a:endParaRPr lang="en-US" sz="900" dirty="0"/>
          </a:p>
        </p:txBody>
      </p:sp>
      <p:pic>
        <p:nvPicPr>
          <p:cNvPr id="12" name="Image 3" descr="/Users/lauripelkonen/Documents/Cursor/ERP-AGENT/website-project/pptx-output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2008442"/>
            <a:ext cx="171450" cy="17145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981325" y="2328863"/>
            <a:ext cx="3171825" cy="328613"/>
          </a:xfrm>
          <a:prstGeom prst="roundRect">
            <a:avLst>
              <a:gd name="adj" fmla="val 60491"/>
            </a:avLst>
          </a:prstGeom>
          <a:solidFill>
            <a:srgbClr val="FFFFFF">
              <a:alpha val="5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4" name="Text 8"/>
          <p:cNvSpPr/>
          <p:nvPr/>
        </p:nvSpPr>
        <p:spPr>
          <a:xfrm>
            <a:off x="3067050" y="2386013"/>
            <a:ext cx="25241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semantic_search</a:t>
            </a:r>
            <a:endParaRPr lang="en-US" sz="900" dirty="0"/>
          </a:p>
        </p:txBody>
      </p:sp>
      <p:pic>
        <p:nvPicPr>
          <p:cNvPr id="15" name="Image 4" descr="/Users/lauripelkonen/Documents/Cursor/ERP-AGENT/website-project/pptx-output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2405063"/>
            <a:ext cx="171450" cy="1714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2981325" y="2728913"/>
            <a:ext cx="3171825" cy="328613"/>
          </a:xfrm>
          <a:prstGeom prst="roundRect">
            <a:avLst>
              <a:gd name="adj" fmla="val 60491"/>
            </a:avLst>
          </a:prstGeom>
          <a:solidFill>
            <a:srgbClr val="FFFFFF">
              <a:alpha val="5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7" name="Text 10"/>
          <p:cNvSpPr/>
          <p:nvPr/>
        </p:nvSpPr>
        <p:spPr>
          <a:xfrm>
            <a:off x="3067050" y="2786063"/>
            <a:ext cx="25241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search_from_database</a:t>
            </a:r>
            <a:endParaRPr lang="en-US" sz="900" dirty="0"/>
          </a:p>
        </p:txBody>
      </p:sp>
      <p:pic>
        <p:nvPicPr>
          <p:cNvPr id="18" name="Image 5" descr="/Users/lauripelkonen/Documents/Cursor/ERP-AGENT/website-project/pptx-output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2805113"/>
            <a:ext cx="171450" cy="1714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2981325" y="3128963"/>
            <a:ext cx="3171825" cy="328613"/>
          </a:xfrm>
          <a:prstGeom prst="roundRect">
            <a:avLst>
              <a:gd name="adj" fmla="val 60491"/>
            </a:avLst>
          </a:prstGeom>
          <a:solidFill>
            <a:srgbClr val="FFFFFF">
              <a:alpha val="5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20" name="Text 12"/>
          <p:cNvSpPr/>
          <p:nvPr/>
        </p:nvSpPr>
        <p:spPr>
          <a:xfrm>
            <a:off x="3067050" y="3186113"/>
            <a:ext cx="25241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google_search</a:t>
            </a:r>
            <a:endParaRPr lang="en-US" sz="900" dirty="0"/>
          </a:p>
        </p:txBody>
      </p:sp>
      <p:pic>
        <p:nvPicPr>
          <p:cNvPr id="21" name="Image 6" descr="/Users/lauripelkonen/Documents/Cursor/ERP-AGENT/website-project/pptx-output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3205163"/>
            <a:ext cx="171450" cy="17145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2981325" y="3532442"/>
            <a:ext cx="3171825" cy="328613"/>
          </a:xfrm>
          <a:prstGeom prst="roundRect">
            <a:avLst>
              <a:gd name="adj" fmla="val 60491"/>
            </a:avLst>
          </a:prstGeom>
          <a:solidFill>
            <a:srgbClr val="FFFFFF">
              <a:alpha val="5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23" name="Text 14"/>
          <p:cNvSpPr/>
          <p:nvPr/>
        </p:nvSpPr>
        <p:spPr>
          <a:xfrm>
            <a:off x="3067050" y="3589592"/>
            <a:ext cx="25241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match_product_rows</a:t>
            </a:r>
            <a:endParaRPr lang="en-US" sz="900" dirty="0"/>
          </a:p>
        </p:txBody>
      </p:sp>
      <p:pic>
        <p:nvPicPr>
          <p:cNvPr id="24" name="Image 7" descr="/Users/lauripelkonen/Documents/Cursor/ERP-AGENT/website-project/pptx-output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3608642"/>
            <a:ext cx="171450" cy="171450"/>
          </a:xfrm>
          <a:prstGeom prst="rect">
            <a:avLst/>
          </a:prstGeom>
        </p:spPr>
      </p:pic>
      <p:pic>
        <p:nvPicPr>
          <p:cNvPr id="25" name="Image 8" descr="/Users/lauripelkonen/Documents/Cursor/ERP-AGENT/website-project/pptx-output/spinn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150" y="2009775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</Words>
  <Application>Microsoft Macintosh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Offer</dc:title>
  <dc:subject>PptxGenJS Presentation</dc:subject>
  <dc:creator>PptxGenJS</dc:creator>
  <cp:lastModifiedBy>Lauri Pelkonen</cp:lastModifiedBy>
  <cp:revision>1</cp:revision>
  <dcterms:created xsi:type="dcterms:W3CDTF">2026-01-14T18:02:58Z</dcterms:created>
  <dcterms:modified xsi:type="dcterms:W3CDTF">2026-01-14T18:06:55Z</dcterms:modified>
</cp:coreProperties>
</file>